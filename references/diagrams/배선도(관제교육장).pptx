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3625-59A0-4B25-A6A9-C9C107A477B3}" type="datetimeFigureOut">
              <a:rPr lang="ko-KR" altLang="en-US" smtClean="0"/>
              <a:t>2024-04-17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6E4A7-4B90-48BE-8E11-2A3293A902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5586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3625-59A0-4B25-A6A9-C9C107A477B3}" type="datetimeFigureOut">
              <a:rPr lang="ko-KR" altLang="en-US" smtClean="0"/>
              <a:t>2024-04-17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6E4A7-4B90-48BE-8E11-2A3293A902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7282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3625-59A0-4B25-A6A9-C9C107A477B3}" type="datetimeFigureOut">
              <a:rPr lang="ko-KR" altLang="en-US" smtClean="0"/>
              <a:t>2024-04-17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6E4A7-4B90-48BE-8E11-2A3293A902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0340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3625-59A0-4B25-A6A9-C9C107A477B3}" type="datetimeFigureOut">
              <a:rPr lang="ko-KR" altLang="en-US" smtClean="0"/>
              <a:t>2024-04-17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6E4A7-4B90-48BE-8E11-2A3293A902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5282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3625-59A0-4B25-A6A9-C9C107A477B3}" type="datetimeFigureOut">
              <a:rPr lang="ko-KR" altLang="en-US" smtClean="0"/>
              <a:t>2024-04-17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6E4A7-4B90-48BE-8E11-2A3293A902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679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3625-59A0-4B25-A6A9-C9C107A477B3}" type="datetimeFigureOut">
              <a:rPr lang="ko-KR" altLang="en-US" smtClean="0"/>
              <a:t>2024-04-17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6E4A7-4B90-48BE-8E11-2A3293A902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714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3625-59A0-4B25-A6A9-C9C107A477B3}" type="datetimeFigureOut">
              <a:rPr lang="ko-KR" altLang="en-US" smtClean="0"/>
              <a:t>2024-04-17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6E4A7-4B90-48BE-8E11-2A3293A902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656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3625-59A0-4B25-A6A9-C9C107A477B3}" type="datetimeFigureOut">
              <a:rPr lang="ko-KR" altLang="en-US" smtClean="0"/>
              <a:t>2024-04-17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6E4A7-4B90-48BE-8E11-2A3293A902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4644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3625-59A0-4B25-A6A9-C9C107A477B3}" type="datetimeFigureOut">
              <a:rPr lang="ko-KR" altLang="en-US" smtClean="0"/>
              <a:t>2024-04-17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6E4A7-4B90-48BE-8E11-2A3293A902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671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3625-59A0-4B25-A6A9-C9C107A477B3}" type="datetimeFigureOut">
              <a:rPr lang="ko-KR" altLang="en-US" smtClean="0"/>
              <a:t>2024-04-17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6E4A7-4B90-48BE-8E11-2A3293A902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011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3625-59A0-4B25-A6A9-C9C107A477B3}" type="datetimeFigureOut">
              <a:rPr lang="ko-KR" altLang="en-US" smtClean="0"/>
              <a:t>2024-04-17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6E4A7-4B90-48BE-8E11-2A3293A902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372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C3625-59A0-4B25-A6A9-C9C107A477B3}" type="datetimeFigureOut">
              <a:rPr lang="ko-KR" altLang="en-US" smtClean="0"/>
              <a:t>2024-04-17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C6E4A7-4B90-48BE-8E11-2A3293A902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1842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ko-KR" altLang="en-US" b="1" dirty="0"/>
              <a:t>배선도</a:t>
            </a:r>
            <a:br>
              <a:rPr lang="en-US" altLang="ko-KR" b="1" dirty="0"/>
            </a:br>
            <a:r>
              <a:rPr lang="en-US" altLang="ko-KR" b="1" dirty="0"/>
              <a:t>(</a:t>
            </a:r>
            <a:r>
              <a:rPr lang="ko-KR" altLang="en-US" b="1" dirty="0" err="1"/>
              <a:t>지하청량리</a:t>
            </a:r>
            <a:r>
              <a:rPr lang="en-US" altLang="ko-KR" b="1" dirty="0"/>
              <a:t>~</a:t>
            </a:r>
            <a:r>
              <a:rPr lang="ko-KR" altLang="en-US" b="1" dirty="0"/>
              <a:t>수원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92238" y="3711220"/>
            <a:ext cx="9144000" cy="165576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306311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75677" y="641690"/>
            <a:ext cx="15343353" cy="8057269"/>
          </a:xfrm>
          <a:prstGeom prst="rect">
            <a:avLst/>
          </a:prstGeom>
        </p:spPr>
      </p:pic>
      <p:sp>
        <p:nvSpPr>
          <p:cNvPr id="2" name="모서리가 둥근 직사각형 1"/>
          <p:cNvSpPr/>
          <p:nvPr/>
        </p:nvSpPr>
        <p:spPr>
          <a:xfrm>
            <a:off x="5018316" y="4222094"/>
            <a:ext cx="718456" cy="39188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하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5018316" y="5765369"/>
            <a:ext cx="718456" cy="39188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상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8235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9709"/>
            <a:ext cx="14452170" cy="7229959"/>
          </a:xfrm>
          <a:prstGeom prst="rect">
            <a:avLst/>
          </a:prstGeom>
        </p:spPr>
      </p:pic>
      <p:sp>
        <p:nvSpPr>
          <p:cNvPr id="3" name="모서리가 둥근 직사각형 2"/>
          <p:cNvSpPr/>
          <p:nvPr/>
        </p:nvSpPr>
        <p:spPr>
          <a:xfrm>
            <a:off x="4837761" y="3144338"/>
            <a:ext cx="718456" cy="39188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하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5046988" y="5670166"/>
            <a:ext cx="718456" cy="39188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상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4019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2074" y="-160736"/>
            <a:ext cx="15424723" cy="7747157"/>
          </a:xfrm>
          <a:prstGeom prst="rect">
            <a:avLst/>
          </a:prstGeom>
        </p:spPr>
      </p:pic>
      <p:sp>
        <p:nvSpPr>
          <p:cNvPr id="3" name="모서리가 둥근 직사각형 2"/>
          <p:cNvSpPr/>
          <p:nvPr/>
        </p:nvSpPr>
        <p:spPr>
          <a:xfrm>
            <a:off x="4549011" y="3134190"/>
            <a:ext cx="718456" cy="39188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하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4658351" y="5242329"/>
            <a:ext cx="718456" cy="39188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상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7965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9934" y="-255722"/>
            <a:ext cx="15002360" cy="7051729"/>
          </a:xfrm>
          <a:prstGeom prst="rect">
            <a:avLst/>
          </a:prstGeom>
        </p:spPr>
      </p:pic>
      <p:sp>
        <p:nvSpPr>
          <p:cNvPr id="3" name="모서리가 둥근 직사각형 2"/>
          <p:cNvSpPr/>
          <p:nvPr/>
        </p:nvSpPr>
        <p:spPr>
          <a:xfrm>
            <a:off x="4654851" y="2738984"/>
            <a:ext cx="718456" cy="39188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하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4794335" y="4571552"/>
            <a:ext cx="718456" cy="39188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상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5240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31" y="61969"/>
            <a:ext cx="13111567" cy="6772759"/>
          </a:xfrm>
          <a:prstGeom prst="rect">
            <a:avLst/>
          </a:prstGeom>
        </p:spPr>
      </p:pic>
      <p:sp>
        <p:nvSpPr>
          <p:cNvPr id="3" name="모서리가 둥근 직사각형 2"/>
          <p:cNvSpPr/>
          <p:nvPr/>
        </p:nvSpPr>
        <p:spPr>
          <a:xfrm>
            <a:off x="5396188" y="1432951"/>
            <a:ext cx="718456" cy="39188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하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5445461" y="2374151"/>
            <a:ext cx="718456" cy="39188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상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5396188" y="2923465"/>
            <a:ext cx="718456" cy="39188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하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5536041" y="4604439"/>
            <a:ext cx="718456" cy="39188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상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5362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91A5A566-C3CA-475A-8296-9DA4EA82B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3081" cy="6384036"/>
          </a:xfrm>
          <a:prstGeom prst="rect">
            <a:avLst/>
          </a:prstGeom>
        </p:spPr>
      </p:pic>
      <p:sp>
        <p:nvSpPr>
          <p:cNvPr id="4" name="모서리가 둥근 직사각형 3"/>
          <p:cNvSpPr/>
          <p:nvPr/>
        </p:nvSpPr>
        <p:spPr>
          <a:xfrm>
            <a:off x="8281257" y="2365079"/>
            <a:ext cx="718456" cy="39188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하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8319095" y="2996075"/>
            <a:ext cx="718456" cy="39188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상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0251088" y="3312391"/>
            <a:ext cx="718456" cy="39188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하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10251088" y="3764195"/>
            <a:ext cx="718456" cy="39188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상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1488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8250" y="0"/>
            <a:ext cx="12736284" cy="7507729"/>
          </a:xfrm>
          <a:prstGeom prst="rect">
            <a:avLst/>
          </a:prstGeom>
        </p:spPr>
      </p:pic>
      <p:sp>
        <p:nvSpPr>
          <p:cNvPr id="3" name="모서리가 둥근 직사각형 2"/>
          <p:cNvSpPr/>
          <p:nvPr/>
        </p:nvSpPr>
        <p:spPr>
          <a:xfrm>
            <a:off x="-1850551" y="2320339"/>
            <a:ext cx="718456" cy="39188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하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-1850551" y="2973479"/>
            <a:ext cx="718456" cy="39188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상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-1752580" y="3634961"/>
            <a:ext cx="718456" cy="39188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하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-1752580" y="4527593"/>
            <a:ext cx="718456" cy="39188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상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9734760" y="5679657"/>
            <a:ext cx="532865" cy="265560"/>
          </a:xfrm>
          <a:prstGeom prst="roundRect">
            <a:avLst>
              <a:gd name="adj" fmla="val 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하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endParaRPr lang="ko-KR" altLang="en-US" sz="1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9818174" y="6111918"/>
            <a:ext cx="532865" cy="26555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상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endParaRPr lang="ko-KR" altLang="en-US" sz="1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10341461" y="2772581"/>
            <a:ext cx="532865" cy="26555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하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endParaRPr lang="ko-KR" altLang="en-US" sz="1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10559354" y="4290128"/>
            <a:ext cx="587111" cy="26555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상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endParaRPr lang="ko-KR" altLang="en-US" sz="1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1" name="모서리가 둥근 직사각형 11">
            <a:extLst>
              <a:ext uri="{FF2B5EF4-FFF2-40B4-BE49-F238E27FC236}">
                <a16:creationId xmlns:a16="http://schemas.microsoft.com/office/drawing/2014/main" id="{34548970-231D-4125-A9AC-5EA35F7FD7BF}"/>
              </a:ext>
            </a:extLst>
          </p:cNvPr>
          <p:cNvSpPr/>
          <p:nvPr/>
        </p:nvSpPr>
        <p:spPr>
          <a:xfrm>
            <a:off x="2533973" y="3038140"/>
            <a:ext cx="540614" cy="26125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하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endParaRPr lang="ko-KR" altLang="en-US" sz="1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모서리가 둥근 직사각형 12">
            <a:extLst>
              <a:ext uri="{FF2B5EF4-FFF2-40B4-BE49-F238E27FC236}">
                <a16:creationId xmlns:a16="http://schemas.microsoft.com/office/drawing/2014/main" id="{5610AD31-0AF2-4B07-93A9-DEE5A2C71ED9}"/>
              </a:ext>
            </a:extLst>
          </p:cNvPr>
          <p:cNvSpPr/>
          <p:nvPr/>
        </p:nvSpPr>
        <p:spPr>
          <a:xfrm>
            <a:off x="1840728" y="3516012"/>
            <a:ext cx="526002" cy="19971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상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endParaRPr lang="ko-KR" altLang="en-US" sz="1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" name="모서리가 둥근 직사각형 13">
            <a:extLst>
              <a:ext uri="{FF2B5EF4-FFF2-40B4-BE49-F238E27FC236}">
                <a16:creationId xmlns:a16="http://schemas.microsoft.com/office/drawing/2014/main" id="{CAE30017-D2B0-4C32-B29B-E99A83FA9FBF}"/>
              </a:ext>
            </a:extLst>
          </p:cNvPr>
          <p:cNvSpPr/>
          <p:nvPr/>
        </p:nvSpPr>
        <p:spPr>
          <a:xfrm>
            <a:off x="1712563" y="3935992"/>
            <a:ext cx="587109" cy="19971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하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endParaRPr lang="ko-KR" altLang="en-US" sz="1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8" name="모서리가 둥근 직사각형 14">
            <a:extLst>
              <a:ext uri="{FF2B5EF4-FFF2-40B4-BE49-F238E27FC236}">
                <a16:creationId xmlns:a16="http://schemas.microsoft.com/office/drawing/2014/main" id="{13AD4CED-0766-4D6C-B2AA-77A1A7877B63}"/>
              </a:ext>
            </a:extLst>
          </p:cNvPr>
          <p:cNvSpPr/>
          <p:nvPr/>
        </p:nvSpPr>
        <p:spPr>
          <a:xfrm>
            <a:off x="1810174" y="4355972"/>
            <a:ext cx="587110" cy="19971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상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endParaRPr lang="ko-KR" altLang="en-US" sz="1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8001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440" y="47313"/>
            <a:ext cx="14912566" cy="8444966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8DE82CD-DC36-4AB6-9468-ADE86722B073}"/>
              </a:ext>
            </a:extLst>
          </p:cNvPr>
          <p:cNvGrpSpPr/>
          <p:nvPr/>
        </p:nvGrpSpPr>
        <p:grpSpPr>
          <a:xfrm>
            <a:off x="1910631" y="2692830"/>
            <a:ext cx="2199695" cy="3948194"/>
            <a:chOff x="9742779" y="2856575"/>
            <a:chExt cx="2199695" cy="3948194"/>
          </a:xfrm>
        </p:grpSpPr>
        <p:sp>
          <p:nvSpPr>
            <p:cNvPr id="3" name="모서리가 둥근 직사각형 3">
              <a:extLst>
                <a:ext uri="{FF2B5EF4-FFF2-40B4-BE49-F238E27FC236}">
                  <a16:creationId xmlns:a16="http://schemas.microsoft.com/office/drawing/2014/main" id="{11D2E6E9-ADCD-4792-A137-D3A1F2568EE5}"/>
                </a:ext>
              </a:extLst>
            </p:cNvPr>
            <p:cNvSpPr/>
            <p:nvPr/>
          </p:nvSpPr>
          <p:spPr>
            <a:xfrm>
              <a:off x="9742779" y="5634646"/>
              <a:ext cx="718456" cy="275597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하</a:t>
              </a:r>
              <a:r>
                <a:rPr lang="en-US" altLang="ko-KR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</a:t>
              </a:r>
              <a:endPara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5" name="모서리가 둥근 직사각형 4">
              <a:extLst>
                <a:ext uri="{FF2B5EF4-FFF2-40B4-BE49-F238E27FC236}">
                  <a16:creationId xmlns:a16="http://schemas.microsoft.com/office/drawing/2014/main" id="{3C409140-376A-46A3-9B82-2731B34A560B}"/>
                </a:ext>
              </a:extLst>
            </p:cNvPr>
            <p:cNvSpPr/>
            <p:nvPr/>
          </p:nvSpPr>
          <p:spPr>
            <a:xfrm>
              <a:off x="9742779" y="6529171"/>
              <a:ext cx="718456" cy="275598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상</a:t>
              </a:r>
              <a:r>
                <a:rPr lang="en-US" altLang="ko-KR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</a:t>
              </a:r>
              <a:endPara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6" name="모서리가 둥근 직사각형 5">
              <a:extLst>
                <a:ext uri="{FF2B5EF4-FFF2-40B4-BE49-F238E27FC236}">
                  <a16:creationId xmlns:a16="http://schemas.microsoft.com/office/drawing/2014/main" id="{026FB0A6-2CC8-4D92-A599-4812DEA428BD}"/>
                </a:ext>
              </a:extLst>
            </p:cNvPr>
            <p:cNvSpPr/>
            <p:nvPr/>
          </p:nvSpPr>
          <p:spPr>
            <a:xfrm>
              <a:off x="11224018" y="2856575"/>
              <a:ext cx="718456" cy="273229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하</a:t>
              </a:r>
              <a:r>
                <a:rPr lang="en-US" altLang="ko-KR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</a:t>
              </a:r>
              <a:endPara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7" name="모서리가 둥근 직사각형 6">
              <a:extLst>
                <a:ext uri="{FF2B5EF4-FFF2-40B4-BE49-F238E27FC236}">
                  <a16:creationId xmlns:a16="http://schemas.microsoft.com/office/drawing/2014/main" id="{DC2B6B97-52A4-46E0-86F1-AEB2BC2552D9}"/>
                </a:ext>
              </a:extLst>
            </p:cNvPr>
            <p:cNvSpPr/>
            <p:nvPr/>
          </p:nvSpPr>
          <p:spPr>
            <a:xfrm>
              <a:off x="11224018" y="3712870"/>
              <a:ext cx="718456" cy="273228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상</a:t>
              </a:r>
              <a:r>
                <a:rPr lang="en-US" altLang="ko-KR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</a:t>
              </a:r>
              <a:endPara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9471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11171" y="-1305586"/>
            <a:ext cx="18214342" cy="9469171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19554FC7-38C5-4B89-959D-78CC4803F261}"/>
              </a:ext>
            </a:extLst>
          </p:cNvPr>
          <p:cNvGrpSpPr/>
          <p:nvPr/>
        </p:nvGrpSpPr>
        <p:grpSpPr>
          <a:xfrm>
            <a:off x="3267963" y="1161372"/>
            <a:ext cx="3418927" cy="2542976"/>
            <a:chOff x="2994497" y="1255375"/>
            <a:chExt cx="3418927" cy="2542976"/>
          </a:xfrm>
        </p:grpSpPr>
        <p:sp>
          <p:nvSpPr>
            <p:cNvPr id="4" name="모서리가 둥근 직사각형 3">
              <a:extLst>
                <a:ext uri="{FF2B5EF4-FFF2-40B4-BE49-F238E27FC236}">
                  <a16:creationId xmlns:a16="http://schemas.microsoft.com/office/drawing/2014/main" id="{5D5E2BC0-8A72-4217-884F-8F12FAACF32B}"/>
                </a:ext>
              </a:extLst>
            </p:cNvPr>
            <p:cNvSpPr/>
            <p:nvPr/>
          </p:nvSpPr>
          <p:spPr>
            <a:xfrm>
              <a:off x="5652238" y="1255375"/>
              <a:ext cx="718456" cy="391886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하</a:t>
              </a:r>
              <a:r>
                <a:rPr lang="en-US" altLang="ko-KR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</a:t>
              </a:r>
              <a:endPara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5" name="모서리가 둥근 직사각형 4">
              <a:extLst>
                <a:ext uri="{FF2B5EF4-FFF2-40B4-BE49-F238E27FC236}">
                  <a16:creationId xmlns:a16="http://schemas.microsoft.com/office/drawing/2014/main" id="{EDDFFCA1-BFB5-45C1-B800-389C6404568A}"/>
                </a:ext>
              </a:extLst>
            </p:cNvPr>
            <p:cNvSpPr/>
            <p:nvPr/>
          </p:nvSpPr>
          <p:spPr>
            <a:xfrm>
              <a:off x="5694968" y="3406465"/>
              <a:ext cx="718456" cy="391886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상</a:t>
              </a:r>
              <a:r>
                <a:rPr lang="en-US" altLang="ko-KR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</a:t>
              </a:r>
              <a:endPara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6" name="모서리가 둥근 직사각형 5">
              <a:extLst>
                <a:ext uri="{FF2B5EF4-FFF2-40B4-BE49-F238E27FC236}">
                  <a16:creationId xmlns:a16="http://schemas.microsoft.com/office/drawing/2014/main" id="{DABF4527-262C-4EAB-A697-2D26506C730E}"/>
                </a:ext>
              </a:extLst>
            </p:cNvPr>
            <p:cNvSpPr/>
            <p:nvPr/>
          </p:nvSpPr>
          <p:spPr>
            <a:xfrm>
              <a:off x="2994497" y="1647261"/>
              <a:ext cx="718456" cy="391886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하</a:t>
              </a:r>
              <a:r>
                <a:rPr lang="en-US" altLang="ko-KR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</a:t>
              </a:r>
              <a:endPara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7" name="모서리가 둥근 직사각형 6">
              <a:extLst>
                <a:ext uri="{FF2B5EF4-FFF2-40B4-BE49-F238E27FC236}">
                  <a16:creationId xmlns:a16="http://schemas.microsoft.com/office/drawing/2014/main" id="{0CD2CD60-C41E-45CA-BEA3-BCE7FDEAC77F}"/>
                </a:ext>
              </a:extLst>
            </p:cNvPr>
            <p:cNvSpPr/>
            <p:nvPr/>
          </p:nvSpPr>
          <p:spPr>
            <a:xfrm>
              <a:off x="2994497" y="2822228"/>
              <a:ext cx="718456" cy="391886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상</a:t>
              </a:r>
              <a:r>
                <a:rPr lang="en-US" altLang="ko-KR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</a:t>
              </a:r>
              <a:endPara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4010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8115" y="-83853"/>
            <a:ext cx="17200926" cy="8869788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9925F330-63C2-4145-AF16-1E87B7180CE3}"/>
              </a:ext>
            </a:extLst>
          </p:cNvPr>
          <p:cNvGrpSpPr/>
          <p:nvPr/>
        </p:nvGrpSpPr>
        <p:grpSpPr>
          <a:xfrm>
            <a:off x="7824016" y="2379144"/>
            <a:ext cx="718456" cy="1532484"/>
            <a:chOff x="7170842" y="1496754"/>
            <a:chExt cx="718456" cy="1532484"/>
          </a:xfrm>
        </p:grpSpPr>
        <p:sp>
          <p:nvSpPr>
            <p:cNvPr id="4" name="모서리가 둥근 직사각형 3">
              <a:extLst>
                <a:ext uri="{FF2B5EF4-FFF2-40B4-BE49-F238E27FC236}">
                  <a16:creationId xmlns:a16="http://schemas.microsoft.com/office/drawing/2014/main" id="{C4C8501F-1370-4DD2-829F-A0BB5B40D2EC}"/>
                </a:ext>
              </a:extLst>
            </p:cNvPr>
            <p:cNvSpPr/>
            <p:nvPr/>
          </p:nvSpPr>
          <p:spPr>
            <a:xfrm>
              <a:off x="7170842" y="1496754"/>
              <a:ext cx="718456" cy="239290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하</a:t>
              </a:r>
              <a:r>
                <a:rPr lang="en-US" altLang="ko-KR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</a:t>
              </a:r>
              <a:endPara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5" name="모서리가 둥근 직사각형 4">
              <a:extLst>
                <a:ext uri="{FF2B5EF4-FFF2-40B4-BE49-F238E27FC236}">
                  <a16:creationId xmlns:a16="http://schemas.microsoft.com/office/drawing/2014/main" id="{604AC9C0-85B1-4406-B55F-71EF6CF99F1D}"/>
                </a:ext>
              </a:extLst>
            </p:cNvPr>
            <p:cNvSpPr/>
            <p:nvPr/>
          </p:nvSpPr>
          <p:spPr>
            <a:xfrm>
              <a:off x="7170842" y="2789948"/>
              <a:ext cx="718456" cy="239290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상</a:t>
              </a:r>
              <a:r>
                <a:rPr lang="en-US" altLang="ko-KR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</a:t>
              </a:r>
              <a:endPara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6" name="모서리가 둥근 직사각형 5">
              <a:extLst>
                <a:ext uri="{FF2B5EF4-FFF2-40B4-BE49-F238E27FC236}">
                  <a16:creationId xmlns:a16="http://schemas.microsoft.com/office/drawing/2014/main" id="{C03CD1B6-7F30-4B50-971E-C810CC1BB48A}"/>
                </a:ext>
              </a:extLst>
            </p:cNvPr>
            <p:cNvSpPr/>
            <p:nvPr/>
          </p:nvSpPr>
          <p:spPr>
            <a:xfrm>
              <a:off x="7170842" y="1918539"/>
              <a:ext cx="718456" cy="239290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하</a:t>
              </a:r>
              <a:r>
                <a:rPr lang="en-US" altLang="ko-KR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</a:t>
              </a:r>
              <a:endPara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7" name="모서리가 둥근 직사각형 6">
              <a:extLst>
                <a:ext uri="{FF2B5EF4-FFF2-40B4-BE49-F238E27FC236}">
                  <a16:creationId xmlns:a16="http://schemas.microsoft.com/office/drawing/2014/main" id="{D28FF4BE-1533-4B09-99C1-1CF15F669130}"/>
                </a:ext>
              </a:extLst>
            </p:cNvPr>
            <p:cNvSpPr/>
            <p:nvPr/>
          </p:nvSpPr>
          <p:spPr>
            <a:xfrm>
              <a:off x="7170842" y="2340324"/>
              <a:ext cx="718456" cy="239290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상</a:t>
              </a:r>
              <a:r>
                <a:rPr lang="en-US" altLang="ko-KR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</a:t>
              </a:r>
              <a:endPara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3867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0740" y="0"/>
            <a:ext cx="13886482" cy="8603759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BD6426BB-A9FF-4CFC-A11D-599FD90416C4}"/>
              </a:ext>
            </a:extLst>
          </p:cNvPr>
          <p:cNvGrpSpPr/>
          <p:nvPr/>
        </p:nvGrpSpPr>
        <p:grpSpPr>
          <a:xfrm>
            <a:off x="10555161" y="2390631"/>
            <a:ext cx="801307" cy="1449655"/>
            <a:chOff x="7137252" y="1616730"/>
            <a:chExt cx="801307" cy="1449655"/>
          </a:xfrm>
        </p:grpSpPr>
        <p:sp>
          <p:nvSpPr>
            <p:cNvPr id="5" name="모서리가 둥근 직사각형 3">
              <a:extLst>
                <a:ext uri="{FF2B5EF4-FFF2-40B4-BE49-F238E27FC236}">
                  <a16:creationId xmlns:a16="http://schemas.microsoft.com/office/drawing/2014/main" id="{0D4CD69F-FAAD-422A-9B5A-FAFDA6E602F4}"/>
                </a:ext>
              </a:extLst>
            </p:cNvPr>
            <p:cNvSpPr/>
            <p:nvPr/>
          </p:nvSpPr>
          <p:spPr>
            <a:xfrm>
              <a:off x="7137252" y="1616730"/>
              <a:ext cx="718456" cy="242150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하</a:t>
              </a:r>
              <a:r>
                <a:rPr lang="en-US" altLang="ko-KR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</a:t>
              </a:r>
              <a:endPara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6" name="모서리가 둥근 직사각형 4">
              <a:extLst>
                <a:ext uri="{FF2B5EF4-FFF2-40B4-BE49-F238E27FC236}">
                  <a16:creationId xmlns:a16="http://schemas.microsoft.com/office/drawing/2014/main" id="{9E1E830A-2520-44D4-AE1C-00FCE77FDD10}"/>
                </a:ext>
              </a:extLst>
            </p:cNvPr>
            <p:cNvSpPr/>
            <p:nvPr/>
          </p:nvSpPr>
          <p:spPr>
            <a:xfrm>
              <a:off x="7220103" y="2824234"/>
              <a:ext cx="718456" cy="242151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상</a:t>
              </a:r>
              <a:r>
                <a:rPr lang="en-US" altLang="ko-KR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</a:t>
              </a:r>
              <a:endPara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7" name="모서리가 둥근 직사각형 5">
              <a:extLst>
                <a:ext uri="{FF2B5EF4-FFF2-40B4-BE49-F238E27FC236}">
                  <a16:creationId xmlns:a16="http://schemas.microsoft.com/office/drawing/2014/main" id="{52712AA6-5781-4E47-B976-CB0F29823CC2}"/>
                </a:ext>
              </a:extLst>
            </p:cNvPr>
            <p:cNvSpPr/>
            <p:nvPr/>
          </p:nvSpPr>
          <p:spPr>
            <a:xfrm>
              <a:off x="7137252" y="2020790"/>
              <a:ext cx="718456" cy="242150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하</a:t>
              </a:r>
              <a:r>
                <a:rPr lang="en-US" altLang="ko-KR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</a:t>
              </a:r>
              <a:endPara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8" name="모서리가 둥근 직사각형 6">
              <a:extLst>
                <a:ext uri="{FF2B5EF4-FFF2-40B4-BE49-F238E27FC236}">
                  <a16:creationId xmlns:a16="http://schemas.microsoft.com/office/drawing/2014/main" id="{2D417BF9-53B2-4BA3-AF49-FA39C123C845}"/>
                </a:ext>
              </a:extLst>
            </p:cNvPr>
            <p:cNvSpPr/>
            <p:nvPr/>
          </p:nvSpPr>
          <p:spPr>
            <a:xfrm>
              <a:off x="7220103" y="2424850"/>
              <a:ext cx="718456" cy="242150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상</a:t>
              </a:r>
              <a:r>
                <a:rPr lang="en-US" altLang="ko-KR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</a:t>
              </a:r>
              <a:endPara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7039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4210" y="0"/>
            <a:ext cx="13491274" cy="7717182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517C9D0E-F3DF-453D-B3C4-C69FD1FEF9EE}"/>
              </a:ext>
            </a:extLst>
          </p:cNvPr>
          <p:cNvGrpSpPr/>
          <p:nvPr/>
        </p:nvGrpSpPr>
        <p:grpSpPr>
          <a:xfrm>
            <a:off x="6632556" y="2251604"/>
            <a:ext cx="727301" cy="1444648"/>
            <a:chOff x="7250004" y="1601689"/>
            <a:chExt cx="727301" cy="1444648"/>
          </a:xfrm>
        </p:grpSpPr>
        <p:sp>
          <p:nvSpPr>
            <p:cNvPr id="4" name="모서리가 둥근 직사각형 3">
              <a:extLst>
                <a:ext uri="{FF2B5EF4-FFF2-40B4-BE49-F238E27FC236}">
                  <a16:creationId xmlns:a16="http://schemas.microsoft.com/office/drawing/2014/main" id="{5A28EB8F-7326-44E7-83FB-52BFA0721CC7}"/>
                </a:ext>
              </a:extLst>
            </p:cNvPr>
            <p:cNvSpPr/>
            <p:nvPr/>
          </p:nvSpPr>
          <p:spPr>
            <a:xfrm>
              <a:off x="7250004" y="1601689"/>
              <a:ext cx="718456" cy="277037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하</a:t>
              </a:r>
              <a:r>
                <a:rPr lang="en-US" altLang="ko-KR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</a:t>
              </a:r>
              <a:endPara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5" name="모서리가 둥근 직사각형 4">
              <a:extLst>
                <a:ext uri="{FF2B5EF4-FFF2-40B4-BE49-F238E27FC236}">
                  <a16:creationId xmlns:a16="http://schemas.microsoft.com/office/drawing/2014/main" id="{4A996027-3586-4984-AF0D-8F216E61193D}"/>
                </a:ext>
              </a:extLst>
            </p:cNvPr>
            <p:cNvSpPr/>
            <p:nvPr/>
          </p:nvSpPr>
          <p:spPr>
            <a:xfrm>
              <a:off x="7258849" y="2764470"/>
              <a:ext cx="718456" cy="281867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상</a:t>
              </a:r>
              <a:r>
                <a:rPr lang="en-US" altLang="ko-KR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</a:t>
              </a:r>
              <a:endPara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6" name="모서리가 둥근 직사각형 5">
              <a:extLst>
                <a:ext uri="{FF2B5EF4-FFF2-40B4-BE49-F238E27FC236}">
                  <a16:creationId xmlns:a16="http://schemas.microsoft.com/office/drawing/2014/main" id="{34861131-A947-4831-B21B-6588D1313F09}"/>
                </a:ext>
              </a:extLst>
            </p:cNvPr>
            <p:cNvSpPr/>
            <p:nvPr/>
          </p:nvSpPr>
          <p:spPr>
            <a:xfrm>
              <a:off x="7250004" y="1988228"/>
              <a:ext cx="718456" cy="281866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하</a:t>
              </a:r>
              <a:r>
                <a:rPr lang="en-US" altLang="ko-KR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</a:t>
              </a:r>
              <a:endPara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7" name="모서리가 둥근 직사각형 6">
              <a:extLst>
                <a:ext uri="{FF2B5EF4-FFF2-40B4-BE49-F238E27FC236}">
                  <a16:creationId xmlns:a16="http://schemas.microsoft.com/office/drawing/2014/main" id="{A7BF763F-9115-4651-9A8B-33C1E1006A1C}"/>
                </a:ext>
              </a:extLst>
            </p:cNvPr>
            <p:cNvSpPr/>
            <p:nvPr/>
          </p:nvSpPr>
          <p:spPr>
            <a:xfrm>
              <a:off x="7258849" y="2379596"/>
              <a:ext cx="718456" cy="281866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상</a:t>
              </a:r>
              <a:r>
                <a:rPr lang="en-US" altLang="ko-KR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</a:t>
              </a:r>
              <a:endPara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4943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4468" y="-61993"/>
            <a:ext cx="13992504" cy="8291351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24963407-FD5C-422B-AD6C-762B12225357}"/>
              </a:ext>
            </a:extLst>
          </p:cNvPr>
          <p:cNvGrpSpPr/>
          <p:nvPr/>
        </p:nvGrpSpPr>
        <p:grpSpPr>
          <a:xfrm>
            <a:off x="9303420" y="2422020"/>
            <a:ext cx="744092" cy="1472649"/>
            <a:chOff x="7258849" y="1562878"/>
            <a:chExt cx="744092" cy="1472649"/>
          </a:xfrm>
        </p:grpSpPr>
        <p:sp>
          <p:nvSpPr>
            <p:cNvPr id="4" name="모서리가 둥근 직사각형 3">
              <a:extLst>
                <a:ext uri="{FF2B5EF4-FFF2-40B4-BE49-F238E27FC236}">
                  <a16:creationId xmlns:a16="http://schemas.microsoft.com/office/drawing/2014/main" id="{F0EE2F88-0282-4C11-BF24-100EF0EB3BC6}"/>
                </a:ext>
              </a:extLst>
            </p:cNvPr>
            <p:cNvSpPr/>
            <p:nvPr/>
          </p:nvSpPr>
          <p:spPr>
            <a:xfrm>
              <a:off x="7258849" y="1562878"/>
              <a:ext cx="718456" cy="269287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하</a:t>
              </a:r>
              <a:r>
                <a:rPr lang="en-US" altLang="ko-KR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</a:t>
              </a:r>
              <a:endPara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5" name="모서리가 둥근 직사각형 4">
              <a:extLst>
                <a:ext uri="{FF2B5EF4-FFF2-40B4-BE49-F238E27FC236}">
                  <a16:creationId xmlns:a16="http://schemas.microsoft.com/office/drawing/2014/main" id="{396A4146-3E0F-4E66-92DF-E719FB61CF31}"/>
                </a:ext>
              </a:extLst>
            </p:cNvPr>
            <p:cNvSpPr/>
            <p:nvPr/>
          </p:nvSpPr>
          <p:spPr>
            <a:xfrm>
              <a:off x="7284485" y="2766237"/>
              <a:ext cx="718456" cy="269290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상</a:t>
              </a:r>
              <a:r>
                <a:rPr lang="en-US" altLang="ko-KR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</a:t>
              </a:r>
              <a:endPara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6" name="모서리가 둥근 직사각형 5">
              <a:extLst>
                <a:ext uri="{FF2B5EF4-FFF2-40B4-BE49-F238E27FC236}">
                  <a16:creationId xmlns:a16="http://schemas.microsoft.com/office/drawing/2014/main" id="{327424F0-C155-420B-856B-F5C2B66A8DC7}"/>
                </a:ext>
              </a:extLst>
            </p:cNvPr>
            <p:cNvSpPr/>
            <p:nvPr/>
          </p:nvSpPr>
          <p:spPr>
            <a:xfrm>
              <a:off x="7284485" y="1996296"/>
              <a:ext cx="718456" cy="269288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하</a:t>
              </a:r>
              <a:r>
                <a:rPr lang="en-US" altLang="ko-KR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</a:t>
              </a:r>
              <a:endPara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7" name="모서리가 둥근 직사각형 6">
              <a:extLst>
                <a:ext uri="{FF2B5EF4-FFF2-40B4-BE49-F238E27FC236}">
                  <a16:creationId xmlns:a16="http://schemas.microsoft.com/office/drawing/2014/main" id="{96A97B27-DB79-43FE-B447-F67BB45DD97E}"/>
                </a:ext>
              </a:extLst>
            </p:cNvPr>
            <p:cNvSpPr/>
            <p:nvPr/>
          </p:nvSpPr>
          <p:spPr>
            <a:xfrm>
              <a:off x="7284485" y="2351501"/>
              <a:ext cx="718456" cy="269289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상</a:t>
              </a:r>
              <a:r>
                <a:rPr lang="en-US" altLang="ko-KR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</a:t>
              </a:r>
              <a:endPara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8239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21410" y="333251"/>
            <a:ext cx="13654006" cy="8491999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89B1553C-183F-4EA3-A925-91139DCAAED6}"/>
              </a:ext>
            </a:extLst>
          </p:cNvPr>
          <p:cNvGrpSpPr/>
          <p:nvPr/>
        </p:nvGrpSpPr>
        <p:grpSpPr>
          <a:xfrm>
            <a:off x="8861719" y="2789693"/>
            <a:ext cx="744092" cy="1469469"/>
            <a:chOff x="7258849" y="1473350"/>
            <a:chExt cx="744092" cy="1469469"/>
          </a:xfrm>
        </p:grpSpPr>
        <p:sp>
          <p:nvSpPr>
            <p:cNvPr id="4" name="모서리가 둥근 직사각형 3">
              <a:extLst>
                <a:ext uri="{FF2B5EF4-FFF2-40B4-BE49-F238E27FC236}">
                  <a16:creationId xmlns:a16="http://schemas.microsoft.com/office/drawing/2014/main" id="{28CE5B0A-01B1-4DFA-8C46-4E4C9496F17A}"/>
                </a:ext>
              </a:extLst>
            </p:cNvPr>
            <p:cNvSpPr/>
            <p:nvPr/>
          </p:nvSpPr>
          <p:spPr>
            <a:xfrm>
              <a:off x="7258849" y="1473350"/>
              <a:ext cx="718456" cy="286757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하</a:t>
              </a:r>
              <a:r>
                <a:rPr lang="en-US" altLang="ko-KR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</a:t>
              </a:r>
              <a:endPara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5" name="모서리가 둥근 직사각형 4">
              <a:extLst>
                <a:ext uri="{FF2B5EF4-FFF2-40B4-BE49-F238E27FC236}">
                  <a16:creationId xmlns:a16="http://schemas.microsoft.com/office/drawing/2014/main" id="{D52947B9-1AB1-4F29-ACEA-A26C3AB9DE20}"/>
                </a:ext>
              </a:extLst>
            </p:cNvPr>
            <p:cNvSpPr/>
            <p:nvPr/>
          </p:nvSpPr>
          <p:spPr>
            <a:xfrm>
              <a:off x="7284485" y="2713139"/>
              <a:ext cx="718456" cy="229680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상</a:t>
              </a:r>
              <a:r>
                <a:rPr lang="en-US" altLang="ko-KR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</a:t>
              </a:r>
              <a:endPara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6" name="모서리가 둥근 직사각형 5">
              <a:extLst>
                <a:ext uri="{FF2B5EF4-FFF2-40B4-BE49-F238E27FC236}">
                  <a16:creationId xmlns:a16="http://schemas.microsoft.com/office/drawing/2014/main" id="{D999C2A2-C507-4170-BB32-3E966A27C44F}"/>
                </a:ext>
              </a:extLst>
            </p:cNvPr>
            <p:cNvSpPr/>
            <p:nvPr/>
          </p:nvSpPr>
          <p:spPr>
            <a:xfrm>
              <a:off x="7284485" y="1850213"/>
              <a:ext cx="718456" cy="286757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하</a:t>
              </a:r>
              <a:r>
                <a:rPr lang="en-US" altLang="ko-KR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</a:t>
              </a:r>
              <a:endPara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7" name="모서리가 둥근 직사각형 6">
              <a:extLst>
                <a:ext uri="{FF2B5EF4-FFF2-40B4-BE49-F238E27FC236}">
                  <a16:creationId xmlns:a16="http://schemas.microsoft.com/office/drawing/2014/main" id="{0FA8DF5D-DFCD-4B24-AAFA-943923A80864}"/>
                </a:ext>
              </a:extLst>
            </p:cNvPr>
            <p:cNvSpPr/>
            <p:nvPr/>
          </p:nvSpPr>
          <p:spPr>
            <a:xfrm>
              <a:off x="7284485" y="2281676"/>
              <a:ext cx="718456" cy="286757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상</a:t>
              </a:r>
              <a:r>
                <a:rPr lang="en-US" altLang="ko-KR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</a:t>
              </a:r>
              <a:endPara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8033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4725" y="991891"/>
            <a:ext cx="13615262" cy="8410817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D6C07F34-B595-4E59-B8BA-5C289AC9989F}"/>
              </a:ext>
            </a:extLst>
          </p:cNvPr>
          <p:cNvGrpSpPr/>
          <p:nvPr/>
        </p:nvGrpSpPr>
        <p:grpSpPr>
          <a:xfrm>
            <a:off x="7551021" y="3429000"/>
            <a:ext cx="718456" cy="1442415"/>
            <a:chOff x="7196855" y="1682579"/>
            <a:chExt cx="718456" cy="1442415"/>
          </a:xfrm>
        </p:grpSpPr>
        <p:sp>
          <p:nvSpPr>
            <p:cNvPr id="4" name="모서리가 둥근 직사각형 3">
              <a:extLst>
                <a:ext uri="{FF2B5EF4-FFF2-40B4-BE49-F238E27FC236}">
                  <a16:creationId xmlns:a16="http://schemas.microsoft.com/office/drawing/2014/main" id="{4178D734-587C-4AB8-9F90-0B7B69A9BF83}"/>
                </a:ext>
              </a:extLst>
            </p:cNvPr>
            <p:cNvSpPr/>
            <p:nvPr/>
          </p:nvSpPr>
          <p:spPr>
            <a:xfrm>
              <a:off x="7196855" y="1682579"/>
              <a:ext cx="718456" cy="240261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하</a:t>
              </a:r>
              <a:r>
                <a:rPr lang="en-US" altLang="ko-KR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</a:t>
              </a:r>
              <a:endPara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5" name="모서리가 둥근 직사각형 4">
              <a:extLst>
                <a:ext uri="{FF2B5EF4-FFF2-40B4-BE49-F238E27FC236}">
                  <a16:creationId xmlns:a16="http://schemas.microsoft.com/office/drawing/2014/main" id="{096D9E28-A9AD-42CC-8541-9F485004F838}"/>
                </a:ext>
              </a:extLst>
            </p:cNvPr>
            <p:cNvSpPr/>
            <p:nvPr/>
          </p:nvSpPr>
          <p:spPr>
            <a:xfrm>
              <a:off x="7196855" y="2884732"/>
              <a:ext cx="718456" cy="240262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상</a:t>
              </a:r>
              <a:r>
                <a:rPr lang="en-US" altLang="ko-KR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</a:t>
              </a:r>
              <a:endPara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6" name="모서리가 둥근 직사각형 5">
              <a:extLst>
                <a:ext uri="{FF2B5EF4-FFF2-40B4-BE49-F238E27FC236}">
                  <a16:creationId xmlns:a16="http://schemas.microsoft.com/office/drawing/2014/main" id="{E7B0DD29-CA5D-4609-B220-983529D93944}"/>
                </a:ext>
              </a:extLst>
            </p:cNvPr>
            <p:cNvSpPr/>
            <p:nvPr/>
          </p:nvSpPr>
          <p:spPr>
            <a:xfrm>
              <a:off x="7196855" y="2073918"/>
              <a:ext cx="718456" cy="240262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하</a:t>
              </a:r>
              <a:r>
                <a:rPr lang="en-US" altLang="ko-KR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</a:t>
              </a:r>
              <a:endPara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7" name="모서리가 둥근 직사각형 6">
              <a:extLst>
                <a:ext uri="{FF2B5EF4-FFF2-40B4-BE49-F238E27FC236}">
                  <a16:creationId xmlns:a16="http://schemas.microsoft.com/office/drawing/2014/main" id="{482E609F-5725-4FAF-9FE9-AE3FD8AB2CF9}"/>
                </a:ext>
              </a:extLst>
            </p:cNvPr>
            <p:cNvSpPr/>
            <p:nvPr/>
          </p:nvSpPr>
          <p:spPr>
            <a:xfrm>
              <a:off x="7196855" y="2479325"/>
              <a:ext cx="718456" cy="240262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상</a:t>
              </a:r>
              <a:r>
                <a:rPr lang="en-US" altLang="ko-KR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</a:t>
              </a:r>
              <a:endPara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880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3059"/>
            <a:ext cx="13452436" cy="8055000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6EFA7147-4CBB-4613-A249-33B2EF7E4C60}"/>
              </a:ext>
            </a:extLst>
          </p:cNvPr>
          <p:cNvGrpSpPr/>
          <p:nvPr/>
        </p:nvGrpSpPr>
        <p:grpSpPr>
          <a:xfrm>
            <a:off x="2423468" y="4021810"/>
            <a:ext cx="2152049" cy="1434854"/>
            <a:chOff x="6119724" y="2264086"/>
            <a:chExt cx="2152049" cy="1434854"/>
          </a:xfrm>
        </p:grpSpPr>
        <p:sp>
          <p:nvSpPr>
            <p:cNvPr id="4" name="모서리가 둥근 직사각형 3">
              <a:extLst>
                <a:ext uri="{FF2B5EF4-FFF2-40B4-BE49-F238E27FC236}">
                  <a16:creationId xmlns:a16="http://schemas.microsoft.com/office/drawing/2014/main" id="{48659EBA-500E-4285-A04F-00BA2BD9E08F}"/>
                </a:ext>
              </a:extLst>
            </p:cNvPr>
            <p:cNvSpPr/>
            <p:nvPr/>
          </p:nvSpPr>
          <p:spPr>
            <a:xfrm>
              <a:off x="6119724" y="2264086"/>
              <a:ext cx="718456" cy="281612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하</a:t>
              </a:r>
              <a:r>
                <a:rPr lang="en-US" altLang="ko-KR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</a:t>
              </a:r>
              <a:endPara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5" name="모서리가 둥근 직사각형 4">
              <a:extLst>
                <a:ext uri="{FF2B5EF4-FFF2-40B4-BE49-F238E27FC236}">
                  <a16:creationId xmlns:a16="http://schemas.microsoft.com/office/drawing/2014/main" id="{5DB1E73D-694C-4417-A208-41289A2997C1}"/>
                </a:ext>
              </a:extLst>
            </p:cNvPr>
            <p:cNvSpPr/>
            <p:nvPr/>
          </p:nvSpPr>
          <p:spPr>
            <a:xfrm>
              <a:off x="7553317" y="3447217"/>
              <a:ext cx="718456" cy="251723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상</a:t>
              </a:r>
              <a:r>
                <a:rPr lang="en-US" altLang="ko-KR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</a:t>
              </a:r>
              <a:endPara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6" name="모서리가 둥근 직사각형 5">
              <a:extLst>
                <a:ext uri="{FF2B5EF4-FFF2-40B4-BE49-F238E27FC236}">
                  <a16:creationId xmlns:a16="http://schemas.microsoft.com/office/drawing/2014/main" id="{95ED01A0-555C-4854-8F3A-76D6EA95957A}"/>
                </a:ext>
              </a:extLst>
            </p:cNvPr>
            <p:cNvSpPr/>
            <p:nvPr/>
          </p:nvSpPr>
          <p:spPr>
            <a:xfrm>
              <a:off x="6119724" y="2663721"/>
              <a:ext cx="718456" cy="281612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하</a:t>
              </a:r>
              <a:r>
                <a:rPr lang="en-US" altLang="ko-KR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</a:t>
              </a:r>
              <a:endPara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7" name="모서리가 둥근 직사각형 6">
              <a:extLst>
                <a:ext uri="{FF2B5EF4-FFF2-40B4-BE49-F238E27FC236}">
                  <a16:creationId xmlns:a16="http://schemas.microsoft.com/office/drawing/2014/main" id="{A10B867B-F0F5-4721-8D8E-244F4548941E}"/>
                </a:ext>
              </a:extLst>
            </p:cNvPr>
            <p:cNvSpPr/>
            <p:nvPr/>
          </p:nvSpPr>
          <p:spPr>
            <a:xfrm>
              <a:off x="7553317" y="3062247"/>
              <a:ext cx="718456" cy="251723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상</a:t>
              </a:r>
              <a:r>
                <a:rPr lang="en-US" altLang="ko-KR" sz="16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</a:t>
              </a:r>
              <a:endPara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9008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33312" y="0"/>
            <a:ext cx="18109552" cy="9488224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409B797D-92F0-49BE-A299-F740A99648F3}"/>
              </a:ext>
            </a:extLst>
          </p:cNvPr>
          <p:cNvGrpSpPr/>
          <p:nvPr/>
        </p:nvGrpSpPr>
        <p:grpSpPr>
          <a:xfrm>
            <a:off x="4537182" y="2653788"/>
            <a:ext cx="744092" cy="1934461"/>
            <a:chOff x="7258849" y="1453682"/>
            <a:chExt cx="744092" cy="1934461"/>
          </a:xfrm>
        </p:grpSpPr>
        <p:sp>
          <p:nvSpPr>
            <p:cNvPr id="4" name="모서리가 둥근 직사각형 3">
              <a:extLst>
                <a:ext uri="{FF2B5EF4-FFF2-40B4-BE49-F238E27FC236}">
                  <a16:creationId xmlns:a16="http://schemas.microsoft.com/office/drawing/2014/main" id="{FD2B6DEA-FCD0-43A7-BFDA-7EFF70AA3887}"/>
                </a:ext>
              </a:extLst>
            </p:cNvPr>
            <p:cNvSpPr/>
            <p:nvPr/>
          </p:nvSpPr>
          <p:spPr>
            <a:xfrm>
              <a:off x="7258849" y="1453682"/>
              <a:ext cx="718456" cy="391886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하</a:t>
              </a:r>
              <a:r>
                <a:rPr lang="en-US" altLang="ko-KR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</a:t>
              </a:r>
              <a:endPara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5" name="모서리가 둥근 직사각형 4">
              <a:extLst>
                <a:ext uri="{FF2B5EF4-FFF2-40B4-BE49-F238E27FC236}">
                  <a16:creationId xmlns:a16="http://schemas.microsoft.com/office/drawing/2014/main" id="{CAC055F7-9F1D-4F1C-84DE-E192458E0B46}"/>
                </a:ext>
              </a:extLst>
            </p:cNvPr>
            <p:cNvSpPr/>
            <p:nvPr/>
          </p:nvSpPr>
          <p:spPr>
            <a:xfrm>
              <a:off x="7284485" y="2996257"/>
              <a:ext cx="718456" cy="391886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상</a:t>
              </a:r>
              <a:r>
                <a:rPr lang="en-US" altLang="ko-KR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</a:t>
              </a:r>
              <a:endPara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6" name="모서리가 둥근 직사각형 5">
              <a:extLst>
                <a:ext uri="{FF2B5EF4-FFF2-40B4-BE49-F238E27FC236}">
                  <a16:creationId xmlns:a16="http://schemas.microsoft.com/office/drawing/2014/main" id="{FC527049-783F-408B-9AEF-92E620FDD2BA}"/>
                </a:ext>
              </a:extLst>
            </p:cNvPr>
            <p:cNvSpPr/>
            <p:nvPr/>
          </p:nvSpPr>
          <p:spPr>
            <a:xfrm>
              <a:off x="7258849" y="1958493"/>
              <a:ext cx="718456" cy="391886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하</a:t>
              </a:r>
              <a:r>
                <a:rPr lang="en-US" altLang="ko-KR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</a:t>
              </a:r>
              <a:endPara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7" name="모서리가 둥근 직사각형 6">
              <a:extLst>
                <a:ext uri="{FF2B5EF4-FFF2-40B4-BE49-F238E27FC236}">
                  <a16:creationId xmlns:a16="http://schemas.microsoft.com/office/drawing/2014/main" id="{92E7B594-F8CC-4B5F-B2A5-7B8F47BB1309}"/>
                </a:ext>
              </a:extLst>
            </p:cNvPr>
            <p:cNvSpPr/>
            <p:nvPr/>
          </p:nvSpPr>
          <p:spPr>
            <a:xfrm>
              <a:off x="7258849" y="2463305"/>
              <a:ext cx="718456" cy="391886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상</a:t>
              </a:r>
              <a:r>
                <a:rPr lang="en-US" altLang="ko-KR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</a:t>
              </a:r>
              <a:endPara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7714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21398" y="0"/>
            <a:ext cx="18138131" cy="9450119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158B71BC-8416-4094-8D58-183E33F165BE}"/>
              </a:ext>
            </a:extLst>
          </p:cNvPr>
          <p:cNvGrpSpPr/>
          <p:nvPr/>
        </p:nvGrpSpPr>
        <p:grpSpPr>
          <a:xfrm>
            <a:off x="4741046" y="2718065"/>
            <a:ext cx="718456" cy="1798280"/>
            <a:chOff x="7258849" y="1525709"/>
            <a:chExt cx="718456" cy="1798280"/>
          </a:xfrm>
        </p:grpSpPr>
        <p:sp>
          <p:nvSpPr>
            <p:cNvPr id="4" name="모서리가 둥근 직사각형 3">
              <a:extLst>
                <a:ext uri="{FF2B5EF4-FFF2-40B4-BE49-F238E27FC236}">
                  <a16:creationId xmlns:a16="http://schemas.microsoft.com/office/drawing/2014/main" id="{6860B21B-13DB-412F-83D3-348E0CFD97F2}"/>
                </a:ext>
              </a:extLst>
            </p:cNvPr>
            <p:cNvSpPr/>
            <p:nvPr/>
          </p:nvSpPr>
          <p:spPr>
            <a:xfrm>
              <a:off x="7258849" y="1525709"/>
              <a:ext cx="718456" cy="391886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하</a:t>
              </a:r>
              <a:r>
                <a:rPr lang="en-US" altLang="ko-KR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</a:t>
              </a:r>
              <a:endPara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5" name="모서리가 둥근 직사각형 4">
              <a:extLst>
                <a:ext uri="{FF2B5EF4-FFF2-40B4-BE49-F238E27FC236}">
                  <a16:creationId xmlns:a16="http://schemas.microsoft.com/office/drawing/2014/main" id="{724E5680-9599-4C75-B445-ED4153328CD9}"/>
                </a:ext>
              </a:extLst>
            </p:cNvPr>
            <p:cNvSpPr/>
            <p:nvPr/>
          </p:nvSpPr>
          <p:spPr>
            <a:xfrm>
              <a:off x="7258849" y="2932103"/>
              <a:ext cx="718456" cy="391886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상</a:t>
              </a:r>
              <a:r>
                <a:rPr lang="en-US" altLang="ko-KR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</a:t>
              </a:r>
              <a:endPara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6" name="모서리가 둥근 직사각형 5">
              <a:extLst>
                <a:ext uri="{FF2B5EF4-FFF2-40B4-BE49-F238E27FC236}">
                  <a16:creationId xmlns:a16="http://schemas.microsoft.com/office/drawing/2014/main" id="{255AADA7-51C7-4634-87A9-6B4F1E772E18}"/>
                </a:ext>
              </a:extLst>
            </p:cNvPr>
            <p:cNvSpPr/>
            <p:nvPr/>
          </p:nvSpPr>
          <p:spPr>
            <a:xfrm>
              <a:off x="7258849" y="1994507"/>
              <a:ext cx="718456" cy="391886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하</a:t>
              </a:r>
              <a:r>
                <a:rPr lang="en-US" altLang="ko-KR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</a:t>
              </a:r>
              <a:endPara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7" name="모서리가 둥근 직사각형 6">
              <a:extLst>
                <a:ext uri="{FF2B5EF4-FFF2-40B4-BE49-F238E27FC236}">
                  <a16:creationId xmlns:a16="http://schemas.microsoft.com/office/drawing/2014/main" id="{EB86A791-9FD7-446F-94D5-31DB0491923E}"/>
                </a:ext>
              </a:extLst>
            </p:cNvPr>
            <p:cNvSpPr/>
            <p:nvPr/>
          </p:nvSpPr>
          <p:spPr>
            <a:xfrm>
              <a:off x="7258849" y="2463305"/>
              <a:ext cx="718456" cy="391886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상</a:t>
              </a:r>
              <a:r>
                <a:rPr lang="en-US" altLang="ko-KR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</a:t>
              </a:r>
              <a:endPara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0732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순서도: 천공 테이프 1"/>
          <p:cNvSpPr/>
          <p:nvPr/>
        </p:nvSpPr>
        <p:spPr>
          <a:xfrm>
            <a:off x="2183642" y="968992"/>
            <a:ext cx="8256895" cy="4804012"/>
          </a:xfrm>
          <a:prstGeom prst="flowChartPunchedTap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b="1" dirty="0"/>
              <a:t>수고하셨습니다</a:t>
            </a:r>
            <a:r>
              <a:rPr lang="en-US" altLang="ko-KR" sz="3600" b="1" dirty="0"/>
              <a:t>.</a:t>
            </a:r>
          </a:p>
          <a:p>
            <a:pPr algn="ctr"/>
            <a:endParaRPr lang="en-US" altLang="ko-KR" sz="3600" b="1" dirty="0"/>
          </a:p>
          <a:p>
            <a:pPr algn="ctr"/>
            <a:r>
              <a:rPr lang="en-US" altLang="ko-KR" sz="3600" b="1" dirty="0"/>
              <a:t>- </a:t>
            </a:r>
            <a:r>
              <a:rPr lang="ko-KR" altLang="en-US" sz="3600" b="1" dirty="0"/>
              <a:t>끝 </a:t>
            </a:r>
            <a:r>
              <a:rPr lang="en-US" altLang="ko-KR" sz="3600" b="1" dirty="0"/>
              <a:t>-</a:t>
            </a: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781673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156</Words>
  <Application>Microsoft Office PowerPoint</Application>
  <PresentationFormat>와이드스크린</PresentationFormat>
  <Paragraphs>76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HY헤드라인M</vt:lpstr>
      <vt:lpstr>맑은 고딕</vt:lpstr>
      <vt:lpstr>Arial</vt:lpstr>
      <vt:lpstr>Office 테마</vt:lpstr>
      <vt:lpstr>배선도 (지하청량리~수원)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50</cp:revision>
  <dcterms:created xsi:type="dcterms:W3CDTF">2021-02-15T01:36:25Z</dcterms:created>
  <dcterms:modified xsi:type="dcterms:W3CDTF">2024-04-17T09:01:33Z</dcterms:modified>
</cp:coreProperties>
</file>